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5143500"/>
  <p:notesSz cx="6858000" cy="9144000"/>
  <p:defaultTextStyle>
    <a:lvl1pPr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/Relationships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t>Open with the offsite photo.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t>Walk through each agenda item.</a:t>
            </a:r>
          </a:p>
          <a:p>
            <a:r>
              <a:t>Leave time for questions.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11700" y="744575"/>
            <a:ext cx="8520600" cy="2052600"/>
          </a:xfrm>
        </p:spPr>
        <p:txBody>
          <a:bodyPr/>
          <a:lstStyle>
            <a:lvl1pPr algn="ctr">
              <a:defRPr sz="5200"/>
            </a:lvl1pPr>
          </a:lstStyle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</p:spPr>
        <p:txBody>
          <a:bodyPr/>
          <a:lstStyle>
            <a:lvl1pPr algn="ctr">
              <a:buNone/>
              <a:defRPr sz="2400"/>
            </a:lvl1pPr>
          </a:lstStyle>
        </p:txBody>
      </p:sp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_AND_BODY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</p:txBody>
      </p:sp>
    </p:spTree>
  </p:cSld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/>
          <a:lstStyle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defRPr sz="3600" b="0">
          <a:solidFill>
            <a:srgbClr val="000000"/>
          </a:solidFill>
          <a:latin typeface="Arial"/>
          <a:ea typeface="Arial"/>
        </a:defRPr>
      </a:lvl1pPr>
    </p:titleStyle>
    <p:bodyStyle>
      <a:lvl1pPr marL="457200" indent="-342900">
        <a:buClr>
          <a:srgbClr val="000000"/>
        </a:buClr>
        <a:buSzPts val="1800"/>
        <a:buChar char="●"/>
        <a:defRPr sz="1800">
          <a:solidFill>
            <a:srgbClr val="000000"/>
          </a:solidFill>
          <a:latin typeface="Arial"/>
          <a:ea typeface="Arial"/>
        </a:defRPr>
      </a:lvl1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Google Shape;55;p13"/>
          <p:cNvSpPr>
            <a:spLocks noGrp="1"/>
          </p:cNvSpPr>
          <p:nvPr>
            <p:ph type="ctrTitle"/>
          </p:nvPr>
        </p:nvSpPr>
        <p:spPr>
          <a:xfrm>
            <a:off x="311700" y="744575"/>
            <a:ext cx="8520600" cy="2052600"/>
          </a:xfrm>
        </p:spPr>
        <p:txBody>
          <a:bodyPr/>
          <a:lstStyle/>
          <a:p>
            <a:pPr algn="ctr"/>
            <a:r>
              <a:rPr lang="en"/>
              <a:t>Team offsite</a:t>
            </a:r>
          </a:p>
        </p:txBody>
      </p:sp>
      <p:sp>
        <p:nvSpPr>
          <p:cNvPr id="3" name="Google Shape;56;p13"/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</p:spPr>
        <p:txBody>
          <a:bodyPr/>
          <a:lstStyle/>
          <a:p>
            <a:pPr algn="ctr"/>
            <a:r>
              <a:rPr lang="en"/>
              <a:t>Planning for next year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Google Shape;61;p14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  <a:p>
            <a:r>
              <a:rPr lang="en"/>
              <a:t>Agenda</a:t>
            </a:r>
          </a:p>
        </p:txBody>
      </p:sp>
      <p:sp>
        <p:nvSpPr>
          <p:cNvPr id="3" name="Google Shape;62;p14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000000" cy="3416400"/>
          </a:xfrm>
        </p:spPr>
        <p:txBody>
          <a:bodyPr/>
          <a:lstStyle/>
          <a:p>
            <a:pPr marL="457200" lvl="0" indent="-342900">
              <a:buSzPts val="1800"/>
              <a:buChar char="●"/>
            </a:pPr>
            <a:r>
              <a:rPr lang="en"/>
              <a:t>Agenda</a:t>
            </a:r>
          </a:p>
          <a:p>
            <a:pPr marL="457200" lvl="1" indent="-342900">
              <a:buSzPts val="1800"/>
              <a:buChar char="●"/>
            </a:pPr>
            <a:r>
              <a:rPr lang="en"/>
              <a:t>Welcome</a:t>
            </a:r>
          </a:p>
          <a:p>
            <a:pPr marL="457200" lvl="1" indent="-342900">
              <a:buSzPts val="1800"/>
              <a:buChar char="●"/>
            </a:pPr>
            <a:r>
              <a:rPr lang="en"/>
              <a:t>Goals</a:t>
            </a:r>
          </a:p>
          <a:p>
            <a:pPr marL="457200" lvl="0" indent="-342900">
              <a:buSzPts val="1800"/>
              <a:buChar char="●"/>
            </a:pPr>
            <a:r>
              <a:rPr lang="en"/>
              <a:t>Budget</a:t>
            </a:r>
          </a:p>
        </p:txBody>
      </p:sp>
      <p:pic>
        <p:nvPicPr>
          <p:cNvPr id="4" name="Google Shape;63;p14" descr="Team photo"/>
          <p:cNvPicPr/>
          <p:nvPr/>
        </p:nvPicPr>
        <p:blipFill>
          <a:blip r:embed="rId2"/>
          <a:stretch>
            <a:fillRect/>
          </a:stretch>
        </p:blipFill>
        <p:spPr>
          <a:xfrm>
            <a:off x="4600000" y="1152475"/>
            <a:ext cx="4000000" cy="2250000"/>
          </a:xfrm>
          <a:prstGeom prst="rect">
            <a:avLst/>
          </a:prstGeom>
        </p:spPr>
      </p:pic>
      <p:sp>
        <p:nvSpPr>
          <p:cNvPr id="5" name="Google Shape;64;p14"/>
          <p:cNvSpPr/>
          <p:nvPr/>
        </p:nvSpPr>
        <p:spPr>
          <a:xfrm>
            <a:off x="4600000" y="3600000"/>
            <a:ext cx="4000000" cy="700000"/>
          </a:xfrm>
          <a:prstGeom prst="roundRect">
            <a:avLst/>
          </a:prstGeom>
          <a:solidFill>
            <a:srgbClr val="1155CC"/>
          </a:solidFill>
          <a:ln w="9525">
            <a:solidFill>
              <a:srgbClr val="0B5394"/>
            </a:solidFill>
          </a:ln>
        </p:spPr>
        <p:txBody>
          <a:bodyPr/>
          <a:lstStyle/>
          <a:p>
            <a:pPr algn="ctr"/>
            <a:r>
              <a:rPr lang="en" sz="2000" b="1">
                <a:solidFill>
                  <a:srgbClr val="FFFFFF"/>
                </a:solidFill>
                <a:latin typeface="Roboto"/>
              </a:rPr>
              <a:t>Book the venue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Google Shape;70;p15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  <a:p>
            <a:r>
              <a:rPr lang="en"/>
              <a:t>Budget</a:t>
            </a:r>
          </a:p>
        </p:txBody>
      </p:sp>
      <p:graphicFrame>
        <p:nvGraphicFramePr>
          <p:cNvPr id="3" name="Google Shape;71;p15"/>
          <p:cNvGraphicFramePr/>
          <p:nvPr/>
        </p:nvGraphicFramePr>
        <p:xfrm>
          <a:off x="311700" y="1152475"/>
          <a:ext cx="6000000" cy="1500000"/>
        </p:xfrm>
        <a:graphic>
          <a:graphicData uri="http://schemas.openxmlformats.org/drawingml/2006/table">
            <a:tbl>
              <a:tblPr firstRow="1"/>
              <a:tblGrid>
                <a:gridCol w="3000000"/>
                <a:gridCol w="3000000"/>
              </a:tblGrid>
              <a:tr h="500000">
                <a:tc>
                  <a:txBody>
                    <a:bodyPr/>
                    <a:lstStyle/>
                    <a:p>
                      <a:r>
                        <a:rPr lang="en" sz="1400" b="1"/>
                        <a:t>Item</a:t>
                      </a:r>
                    </a:p>
                  </a:txBody>
                  <a:tcP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400" b="1"/>
                        <a:t>Cost</a:t>
                      </a:r>
                    </a:p>
                  </a:txBody>
                  <a:tcPr>
                    <a:solidFill>
                      <a:srgbClr val="D9EAD3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lang="en" sz="1400"/>
                        <a:t>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400"/>
                        <a:t>$4,000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lang="en" sz="1400"/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400"/>
                        <a:t>$2,500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transition spd="med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3D85C6"/>
      </a:accent1>
      <a:accent2>
        <a:srgbClr val="6AA84F"/>
      </a:accent2>
      <a:accent3>
        <a:srgbClr val="F1C232"/>
      </a:accent3>
      <a:accent4>
        <a:srgbClr val="E06666"/>
      </a:accent4>
      <a:accent5>
        <a:srgbClr val="8E7CC3"/>
      </a:accent5>
      <a:accent6>
        <a:srgbClr val="76A5AF"/>
      </a:accent6>
      <a:hlink>
        <a:srgbClr val="1155CC"/>
      </a:hlink>
      <a:folHlink>
        <a:srgbClr val="7F6000"/>
      </a:folHlink>
    </a:clrScheme>
    <a:fontScheme name="Simple Light">
      <a:majorFont>
        <a:latin typeface="Arial"/>
      </a:majorFont>
      <a:minorFont>
        <a:latin typeface="Arial"/>
      </a:minorFont>
    </a:fontScheme>
    <a:fmtScheme name="x"/>
  </a:themeElements>
</a:theme>
</file>

<file path=docProps/core.xml><?xml version="1.0" encoding="utf-8"?>
<cp:coreProperties xmlns:cp="http://schemas.openxmlformats.org/package/2006/metadata/core-properties" xmlns:dc="http://purl.org/dc/elements/1.1/">
  <dc:title>Team offsite</dc:title>
</cp:coreProperties>
</file>