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</p:sldIdLst>
  <p:sldSz cx="9144000" cy="6858000"/>
  <p:notesSz cx="6858000" cy="9144000"/>
  <p:defaultTextStyle>
    <a:lvl1pPr>
      <a:defRPr sz="1800"/>
    </a:lvl1pPr>
  </p:defaultTextStyle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/Relationships>
</file>

<file path=ppt/notesSlides/_rels/notesSlide1.xml.rels><?xml version="1.0" encoding="UTF-8" standalone="yes"?><Relationships xmlns="http://schemas.openxmlformats.org/package/2006/relationships"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"/>
          <p:cNvSpPr/>
          <p:nvPr>
            <p:ph type="sldImg"/>
          </p:nvPr>
        </p:nvSpPr>
        <p:spPr/>
      </p:sp>
      <p:sp>
        <p:nvSpPr>
          <p:cNvPr id="3" name="Notes"/>
          <p:cNvSpPr/>
          <p:nvPr>
            <p:ph type="body" idx="1"/>
          </p:nvPr>
        </p:nvSpPr>
        <p:spPr/>
        <p:txBody>
          <a:bodyPr/>
          <a:lstStyle/>
          <a:p>
            <a:r>
              <a:t>Notes from Impress.</a:t>
            </a:r>
          </a:p>
        </p:txBody>
      </p:sp>
    </p:spTree>
  </p:cSld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,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</p:txBody>
      </p:sp>
      <p:sp>
        <p:nvSpPr>
          <p:cNvPr id="3" name="Content"/>
          <p:cNvSpPr>
            <a:spLocks noGrp="1"/>
          </p:cNvSpPr>
          <p:nvPr>
            <p:ph type="body" idx="1"/>
          </p:nvPr>
        </p:nvSpPr>
        <p:spPr/>
        <p:txBody>
          <a:bodyPr/>
          <a:lstStyle/>
        </p:txBody>
      </p:sp>
    </p:spTree>
  </p:cSld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showMasterSp="0">
  <p:cSld name="Blank Slide">
    <p:spTree>
      <p:nvGrpSpPr>
        <p:cNvPr id="1" name=""/>
        <p:cNvGrpSpPr/>
        <p:nvPr/>
      </p:nvGrpSpPr>
      <p:grpSpPr/>
    </p:spTree>
  </p:cSld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</p:txBody>
      </p:sp>
      <p:sp>
        <p:nvSpPr>
          <p:cNvPr id="3" name="Outline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ctr">
        <a:defRPr sz="4400">
          <a:solidFill>
            <a:schemeClr val="tx1"/>
          </a:solidFill>
          <a:latin typeface="Liberation Sans"/>
        </a:defRPr>
      </a:lvl1pPr>
    </p:titleStyle>
    <p:bodyStyle>
      <a:lvl1pPr marL="342900" indent="-342900">
        <a:buChar char="•"/>
        <a:defRPr sz="3200">
          <a:solidFill>
            <a:schemeClr val="tx1"/>
          </a:solidFill>
          <a:latin typeface="Liberation Sans"/>
        </a:defRPr>
      </a:lvl1pPr>
    </p:bodyStyle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Notes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poster.png"/><Relationship Id="rIdVid" Type="http://schemas.openxmlformats.org/officeDocument/2006/relationships/video" Target="../media/clip.mp4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F3864"/>
            </a:gs>
            <a:gs pos="100000">
              <a:srgbClr val="2E75B6"/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PlaceHolder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>
                <a:solidFill>
                  <a:srgbClr val="FFFFFF"/>
                </a:solidFill>
              </a:rPr>
              <a:t>Annual report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solidFill>
                  <a:srgbClr val="FFFFFF"/>
                </a:solidFill>
              </a:rPr>
              <a:t>Results</a:t>
            </a:r>
          </a:p>
          <a:p>
            <a:r>
              <a:rPr lang="en-US">
                <a:solidFill>
                  <a:srgbClr val="FFFFFF"/>
                </a:solidFill>
              </a:rPr>
              <a:t>Outlook</a:t>
            </a:r>
          </a:p>
        </p:txBody>
      </p:sp>
    </p:spTree>
  </p:cSld>
  <mc:AlternateContent xmlns:mc="http://schemas.openxmlformats.org/markup-compatibility/2006">
    <mc:Choice xmlns:p14="http://schemas.microsoft.com/office/powerpoint/2010/main" Requires="p14">
      <p:transition spd="slow" p14:dur="1200">
        <p:fade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PlaceHolder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Demo video</a:t>
            </a:r>
          </a:p>
        </p:txBody>
      </p:sp>
      <p:pic>
        <p:nvPicPr>
          <p:cNvPr id="4" name="Video 3"/>
          <p:cNvPicPr/>
          <p:nvPr>
            <a:videoFile r:link="rIdVid"/>
          </p:nvPr>
        </p:nvPicPr>
        <p:blipFill>
          <a:blip r:embed="rId2"/>
          <a:stretch>
            <a:fillRect/>
          </a:stretch>
        </p:blipFill>
        <p:spPr>
          <a:xfrm>
            <a:off x="1000000" y="1800000"/>
            <a:ext cx="4000000" cy="2250000"/>
          </a:xfrm>
        </p:spPr>
      </p:pic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sp>
        <p:nvSpPr>
          <p:cNvPr id="2" name="CustomShape 1"/>
          <p:cNvSpPr/>
          <p:nvPr/>
        </p:nvSpPr>
        <p:spPr>
          <a:xfrm>
            <a:off x="1000000" y="2000000"/>
            <a:ext cx="4000000" cy="1000000"/>
          </a:xfrm>
          <a:prstGeom prst="ellipse">
            <a:avLst/>
          </a:prstGeom>
          <a:solidFill>
            <a:srgbClr val="FFCC00"/>
          </a:solidFill>
        </p:spPr>
        <p:txBody>
          <a:bodyPr/>
          <a:lstStyle/>
          <a:p>
            <a:pPr algn="ctr"/>
            <a:r>
              <a:rPr lang="en-US" sz="3200"/>
              <a:t>Thanks</a:t>
            </a:r>
          </a:p>
        </p:txBody>
      </p:sp>
    </p:spTree>
  </p:cSld>
</p:sld>
</file>

<file path=ppt/theme/theme1.xml><?xml version="1.0" encoding="utf-8"?>
<a:theme xmlns:a="http://schemas.openxmlformats.org/drawingml/2006/main" name="LibreOffice">
  <a:themeElements>
    <a:clrScheme name="LibreOffice">
      <a:dk1>
        <a:srgbClr val="000000"/>
      </a:dk1>
      <a:lt1>
        <a:srgbClr val="FFFFFF"/>
      </a:lt1>
      <a:dk2>
        <a:srgbClr val="1F3864"/>
      </a:dk2>
      <a:lt2>
        <a:srgbClr val="EEECE1"/>
      </a:lt2>
      <a:accent1>
        <a:srgbClr val="729FCF"/>
      </a:accent1>
      <a:accent2>
        <a:srgbClr val="E96B1D"/>
      </a:accent2>
      <a:accent3>
        <a:srgbClr val="3B9B3B"/>
      </a:accent3>
      <a:accent4>
        <a:srgbClr val="FFCC00"/>
      </a:accent4>
      <a:accent5>
        <a:srgbClr val="9A3FC8"/>
      </a:accent5>
      <a:accent6>
        <a:srgbClr val="00A6B2"/>
      </a:accent6>
      <a:hlink>
        <a:srgbClr val="0000FF"/>
      </a:hlink>
      <a:folHlink>
        <a:srgbClr val="800080"/>
      </a:folHlink>
    </a:clrScheme>
    <a:fontScheme name="LibreOffice">
      <a:majorFont>
        <a:latin typeface="Liberation Sans"/>
      </a:majorFont>
      <a:minorFont>
        <a:latin typeface="Liberation Sans"/>
      </a:minorFont>
    </a:fontScheme>
    <a:fmtScheme name="x"/>
  </a:themeElements>
</a:theme>
</file>

<file path=docProps/core.xml><?xml version="1.0" encoding="utf-8"?>
<cp:coreProperties xmlns:cp="http://schemas.openxmlformats.org/package/2006/metadata/core-properties" xmlns:dc="http://purl.org/dc/elements/1.1/">
  <dc:title>Annual report</dc:title>
</cp:coreProperties>
</file>