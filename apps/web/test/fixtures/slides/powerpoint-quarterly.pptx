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Keep this to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churn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report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and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Driven by new accounts</a:t>
            </a:r>
          </a:p>
          <a:p>
            <a:pPr/>
            <a:r>
              <a:rPr b="1"/>
              <a:t>Bold </a:t>
            </a:r>
            <a:r>
              <a:rPr i="1"/>
              <a:t>italic </a:t>
            </a:r>
            <a:r>
              <a:rPr sz="2800">
                <a:solidFill>
                  <a:srgbClr val="C00000"/>
                </a:solidFill>
              </a:rPr>
              <a:t>red</a:t>
            </a:r>
            <a:r>
              <a:rPr>
                <a:hlinkClick r:id="rId2"/>
              </a:rPr>
              <a:t>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548640" y="1463040"/>
            <a:ext cx="2743200" cy="2057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74720" y="146304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609600">
                <a:tc gridSpan="2"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114800"/>
            <a:ext cx="2743200" cy="109728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On track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4114800"/>
            <a:ext cx="1645920" cy="1097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303520" y="4114800"/>
            <a:ext cx="1280160" cy="109728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766560" y="4114800"/>
            <a:ext cx="182880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7132320" y="3474720"/>
            <a:ext cx="1645920" cy="731520"/>
            <a:chOff x="7132320" y="3474720"/>
            <a:chExt cx="1645920" cy="731520"/>
          </a:xfrm>
        </p:grpSpPr>
        <p:sp>
          <p:nvSpPr>
            <p:cNvPr id="10" name="Oval 9"/>
            <p:cNvSpPr/>
            <p:nvPr/>
          </p:nvSpPr>
          <p:spPr>
            <a:xfrm>
              <a:off x="7132320" y="3474720"/>
              <a:ext cx="731520" cy="73152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8046720" y="3474720"/>
              <a:ext cx="731520" cy="73152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(hidden)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First</a:t>
            </a:r>
          </a:p>
          <a:p>
            <a:pPr>
              <a:buAutoNum type="arabicPeriod"/>
            </a:pPr>
            <a:r>
              <a:t>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Source: internal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