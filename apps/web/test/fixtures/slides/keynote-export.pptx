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lvl1pPr>
      <a:defRPr sz="1800"/>
    </a:lvl1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/Relationships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"/>
          <p:cNvSpPr/>
          <p:nvPr>
            <p:ph type="sldImg"/>
          </p:nvPr>
        </p:nvSpPr>
        <p:spPr/>
      </p:sp>
      <p:sp>
        <p:nvSpPr>
          <p:cNvPr id="3" name="Notes"/>
          <p:cNvSpPr/>
          <p:nvPr>
            <p:ph type="body" idx="1"/>
          </p:nvPr>
        </p:nvSpPr>
        <p:spPr/>
        <p:txBody>
          <a:bodyPr/>
          <a:lstStyle/>
          <a:p>
            <a:r>
              <a:t>Keynote presenter notes.</a:t>
            </a:r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 standalone="yes"?><p:sldLayout xmlns:a="http://schemas.openxmlformats.org/drawingml/2006/main" xmlns:r="http://schemas.openxmlformats.org/officeDocument/2006/relationships" xmlns:p="http://schemas.openxmlformats.org/presentationml/2006/main" type="obj"><p:cSld name="Title & Bullets"><p:spTree><p:nvGrpSpPr><p:cNvPr id="1" name=""/><p:cNvGrpSpPr/><p:nvPr/></p:nvGrpSpPr><p:grpSpPr/><p:sp><p:nvSpPr><p:cNvPr id="2" name="Title"/><p:cNvSpPr><a:spLocks noGrp="1"/></p:cNvSpPr><p:nvPr><p:ph type="title"/></p:nvPr></p:nvSpPr><p:spPr/><p:txBody><a:bodyPr/><a:lstStyle></a:lstStyle></p:txBody></p:sp><p:sp><p:nvSpPr><p:cNvPr id="3" name="Body"/><p:cNvSpPr><a:spLocks noGrp="1"/></p:cNvSpPr><p:nvPr><p:ph type="body" idx="1"/></p:nvPr></p:nvSpPr><p:spPr/><p:txBody><a:bodyPr/><a:lstStyle></a:lstStyle></p:txBody></p:sp></p:spTree></p:cSld>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016000" y="508000"/>
            <a:ext cx="10160000" cy="1270000"/>
          </a:xfrm>
        </p:spPr>
        <p:txBody>
          <a:bodyPr/>
          <a:lstStyle/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1016000" y="1905000"/>
            <a:ext cx="10160000" cy="4318000"/>
          </a:xfrm>
        </p:spPr>
        <p:txBody>
          <a:bodyPr/>
          <a:lstStyle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defRPr sz="4400">
          <a:solidFill>
            <a:srgbClr val="1D1D1F"/>
          </a:solidFill>
          <a:latin typeface="Helvetica Neue"/>
        </a:defRPr>
      </a:lvl1pPr>
    </p:titleStyle>
    <p:bodyStyle>
      <a:lvl1pPr marL="342900" indent="-342900">
        <a:buChar char="•"/>
        <a:defRPr sz="2800">
          <a:solidFill>
            <a:srgbClr val="1D1D1F"/>
          </a:solidFill>
          <a:latin typeface="Helvetica Neue"/>
        </a:defRPr>
      </a:lvl1pPr>
    </p:bodyStyle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Link" Type="http://schemas.openxmlformats.org/officeDocument/2006/relationships/slide" Target="slide2.xml"/><Relationship Id="rIdNotes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emf"/><Relationship Id="rId3" Type="http://schemas.openxmlformats.org/officeDocument/2006/relationships/image" Target="../media/image2.png"/><Relationship Id="rId4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Launch plan</a:t>
            </a:r>
          </a:p>
        </p:txBody>
      </p:sp>
      <p:sp>
        <p:nvSpPr>
          <p:cNvPr id="3" name="Content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/>
              <a:t>Soft launch in March</a:t>
            </a:r>
          </a:p>
          <a:p>
            <a:r>
              <a:rPr lang="en-US">
                <a:hlinkClick r:id="rIdLink" action="ppaction://hlinksldjump"/>
              </a:rPr>
              <a:t>Press in April</a:t>
            </a:r>
          </a:p>
          <a:p>
            <a:r>
              <a:rPr lang="en-US"/>
              <a:t>General availability in June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1"/>
          <p:cNvSpPr txBox="1"/>
          <p:nvPr/>
        </p:nvSpPr>
        <p:spPr>
          <a:xfrm rot="-1200000">
            <a:off x="7000000" y="1500000"/>
            <a:ext cx="3500000" cy="600000"/>
          </a:xfrm>
          <a:prstGeom prst="rect">
            <a:avLst/>
          </a:prstGeom>
        </p:spPr>
        <p:txBody>
          <a:bodyPr/>
          <a:lstStyle/>
          <a:p>
            <a:r>
              <a:rPr lang="en-US" sz="2400" i="1"/>
              <a:t>Rotated note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016000" y="2032000"/>
            <a:ext cx="4064000" cy="2032000"/>
            <a:chOff x="0" y="0"/>
            <a:chExt cx="2032000" cy="1016000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1016000" cy="1016000"/>
            </a:xfrm>
            <a:prstGeom prst="rect">
              <a:avLst/>
            </a:prstGeom>
            <a:solidFill>
              <a:srgbClr val="FF9500"/>
            </a:solidFill>
          </p:spPr>
        </p:sp>
        <p:sp>
          <p:nvSpPr>
            <p:cNvPr id="6" name="Rectangle 5"/>
            <p:cNvSpPr/>
            <p:nvPr/>
          </p:nvSpPr>
          <p:spPr>
            <a:xfrm>
              <a:off x="1016000" y="0"/>
              <a:ext cx="1016000" cy="1016000"/>
            </a:xfrm>
            <a:prstGeom prst="rect">
              <a:avLst/>
            </a:prstGeom>
            <a:solidFill>
              <a:srgbClr val="34C759"/>
            </a:solidFill>
          </p:spPr>
        </p:sp>
      </p:grpSp>
      <p:sp>
        <p:nvSpPr>
          <p:cNvPr id="7" name="Freeform 6"/>
          <p:cNvSpPr/>
          <p:nvPr/>
        </p:nvSpPr>
        <p:spPr>
          <a:xfrm>
            <a:off x="6000000" y="3000000"/>
            <a:ext cx="2000000" cy="1800000"/>
          </a:xfrm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50" y="0"/>
                </a:moveTo>
                <a:lnTo>
                  <a:pt x="100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5856D6"/>
          </a:solidFill>
        </p:spPr>
      </p:sp>
      <p:pic>
        <p:nvPicPr>
          <p:cNvPr id="8" name="Picture 7" descr="Diagram"/>
          <p:cNvPicPr/>
          <p:nvPr/>
        </p:nvPicPr>
        <p:blipFill>
          <a:blip r:embed="rId2"/>
          <a:stretch>
            <a:fillRect/>
          </a:stretch>
        </p:blipFill>
        <p:spPr>
          <a:xfrm>
            <a:off x="1016000" y="4500000"/>
            <a:ext cx="2000000" cy="1500000"/>
          </a:xfrm>
          <a:prstGeom prst="rect">
            <a:avLst/>
          </a:prstGeom>
        </p:spPr>
      </p:pic>
      <p:pic>
        <p:nvPicPr>
          <p:cNvPr id="9" name="Picture 8" descr="Logo"/>
          <p:cNvPicPr/>
          <p:nvPr/>
        </p:nvPicPr>
        <p:blipFill>
          <a:blip r:embed="rId3"/>
          <a:stretch>
            <a:fillRect/>
          </a:stretch>
        </p:blipFill>
        <p:spPr>
          <a:xfrm>
            <a:off x="3500000" y="4500000"/>
            <a:ext cx="2000000" cy="1500000"/>
          </a:xfrm>
          <a:prstGeom prst="rect">
            <a:avLst/>
          </a:prstGeom>
        </p:spPr>
      </p:pic>
      <p:graphicFrame>
        <p:nvGraphicFramePr>
          <p:cNvPr id="10" name="Chart 9"/>
          <p:cNvGraphicFramePr/>
          <p:nvPr/>
        </p:nvGraphicFramePr>
        <p:xfrm>
          <a:off x="6000000" y="5000000"/>
          <a:ext cx="4000000" cy="15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</p:sld>
</file>

<file path=ppt/theme/theme1.xml><?xml version="1.0" encoding="utf-8"?>
<a:theme xmlns:a="http://schemas.openxmlformats.org/drawingml/2006/main" name="Keynote">
  <a:themeElements>
    <a:clrScheme name="Keynote">
      <a:dk1>
        <a:srgbClr val="000000"/>
      </a:dk1>
      <a:lt1>
        <a:srgbClr val="FFFFFF"/>
      </a:lt1>
      <a:dk2>
        <a:srgbClr val="1D1D1F"/>
      </a:dk2>
      <a:lt2>
        <a:srgbClr val="F2F2F7"/>
      </a:lt2>
      <a:accent1>
        <a:srgbClr val="007AFF"/>
      </a:accent1>
      <a:accent2>
        <a:srgbClr val="34C759"/>
      </a:accent2>
      <a:accent3>
        <a:srgbClr val="FF9500"/>
      </a:accent3>
      <a:accent4>
        <a:srgbClr val="FF3B30"/>
      </a:accent4>
      <a:accent5>
        <a:srgbClr val="5856D6"/>
      </a:accent5>
      <a:accent6>
        <a:srgbClr val="5AC8FA"/>
      </a:accent6>
      <a:hlink>
        <a:srgbClr val="0563C1"/>
      </a:hlink>
      <a:folHlink>
        <a:srgbClr val="954F72"/>
      </a:folHlink>
    </a:clrScheme>
    <a:fontScheme name="Keynote">
      <a:majorFont>
        <a:latin typeface="Helvetica Neue"/>
      </a:majorFont>
      <a:minorFont>
        <a:latin typeface="Helvetica Neue"/>
      </a:minorFont>
    </a:fontScheme>
    <a:fmtScheme name="x"/>
  </a:themeElements>
</a:theme>
</file>

<file path=docProps/core.xml><?xml version="1.0" encoding="utf-8"?>
<cp:coreProperties xmlns:cp="http://schemas.openxmlformats.org/package/2006/metadata/core-properties" xmlns:dc="http://purl.org/dc/elements/1.1/">
  <dc:title>Launch plan</dc:title>
</cp:coreProperties>
</file>